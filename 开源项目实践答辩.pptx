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6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63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31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06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42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6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51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28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82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17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6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5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5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093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271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202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47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480E5CC-46CE-4835-8EC0-9B04FFEF6904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09310A5-CDF0-4515-9B20-F662BA58CD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85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8BE82-E5DC-2628-E275-D5CA6F82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开源项目实践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A4347E-7E57-62CD-5D07-246A5626D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组长：吴蕴桐</a:t>
            </a:r>
            <a:endParaRPr lang="en-US" altLang="zh-CN" dirty="0"/>
          </a:p>
          <a:p>
            <a:r>
              <a:rPr lang="zh-CN" altLang="en-US" dirty="0"/>
              <a:t>组成员</a:t>
            </a:r>
            <a:r>
              <a:rPr lang="en-US" altLang="zh-CN" dirty="0"/>
              <a:t>:   </a:t>
            </a:r>
            <a:r>
              <a:rPr lang="zh-CN" altLang="zh-CN" dirty="0"/>
              <a:t>刘栋宇</a:t>
            </a:r>
            <a:r>
              <a:rPr lang="zh-CN" altLang="en-US" dirty="0"/>
              <a:t>，覃悦朗</a:t>
            </a:r>
            <a:endParaRPr lang="en-US" altLang="zh-CN" dirty="0"/>
          </a:p>
          <a:p>
            <a:r>
              <a:rPr lang="en-US" altLang="zh-CN" dirty="0"/>
              <a:t>		  </a:t>
            </a:r>
            <a:r>
              <a:rPr lang="zh-CN" altLang="zh-CN" dirty="0"/>
              <a:t>付云鹏</a:t>
            </a:r>
            <a:r>
              <a:rPr lang="zh-CN" altLang="en-US" dirty="0"/>
              <a:t>，</a:t>
            </a:r>
            <a:r>
              <a:rPr lang="zh-CN" altLang="zh-CN" dirty="0"/>
              <a:t>李偲宸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090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5FDFA-F397-A3FE-3120-2A166C18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项目初心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4EF4F-19B6-2A1C-D591-A2CD5E52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在第一次作业中，初次接触了</a:t>
            </a:r>
            <a:r>
              <a:rPr lang="en-US" altLang="zh-CN" dirty="0" err="1"/>
              <a:t>github</a:t>
            </a:r>
            <a:r>
              <a:rPr lang="zh-CN" altLang="en-US" dirty="0"/>
              <a:t>并使用它编写个人博客。认识了</a:t>
            </a:r>
            <a:r>
              <a:rPr lang="en-US" altLang="zh-CN" dirty="0"/>
              <a:t>markdown</a:t>
            </a:r>
            <a:r>
              <a:rPr lang="zh-CN" altLang="en-US" dirty="0"/>
              <a:t>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编写过程中遭遇了主题格式问题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以我们自己的方式来解决这个问题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007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6609D-3CA1-8B01-D86D-24B6DFE3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项目功能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628F92-F049-0071-879B-ABCCB2AB0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运行后整理制定文件夹中的</a:t>
            </a:r>
            <a:r>
              <a:rPr lang="en-US" altLang="zh-CN" dirty="0"/>
              <a:t>markdown</a:t>
            </a:r>
            <a:r>
              <a:rPr lang="zh-CN" altLang="en-US" dirty="0"/>
              <a:t>文件格式包括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	</a:t>
            </a:r>
            <a:r>
              <a:rPr lang="zh-CN" altLang="en-US" dirty="0"/>
              <a:t>补充标题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		</a:t>
            </a:r>
            <a:r>
              <a:rPr lang="zh-CN" altLang="en-US" dirty="0"/>
              <a:t>修正图片路径</a:t>
            </a:r>
            <a:endParaRPr lang="en-US" altLang="zh-CN" dirty="0"/>
          </a:p>
          <a:p>
            <a:r>
              <a:rPr lang="zh-CN" altLang="en-US" dirty="0"/>
              <a:t>生成修改日志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进行自动检查</a:t>
            </a:r>
          </a:p>
        </p:txBody>
      </p:sp>
    </p:spTree>
    <p:extLst>
      <p:ext uri="{BB962C8B-B14F-4D97-AF65-F5344CB8AC3E}">
        <p14:creationId xmlns:p14="http://schemas.microsoft.com/office/powerpoint/2010/main" val="381411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DBA5C-37A4-66CE-D682-03CC7FC1B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功能拆分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1A539-3F82-85CF-108A-4C3596E3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吴蕴桐：项目协调与版本集成、版本发布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付云鹏：图片路径标准化、件读写备份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刘栋宇：</a:t>
            </a:r>
            <a:r>
              <a:rPr lang="en-US" altLang="zh-CN" dirty="0"/>
              <a:t>CI</a:t>
            </a:r>
            <a:r>
              <a:rPr lang="zh-CN" altLang="en-US" dirty="0"/>
              <a:t>自动化、全量集成测试、文档完善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李偲宸：标题自动补全、层级修正核心功能</a:t>
            </a:r>
          </a:p>
        </p:txBody>
      </p:sp>
    </p:spTree>
    <p:extLst>
      <p:ext uri="{BB962C8B-B14F-4D97-AF65-F5344CB8AC3E}">
        <p14:creationId xmlns:p14="http://schemas.microsoft.com/office/powerpoint/2010/main" val="88707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1FBFE-EBB2-FAF2-AD90-834B5A08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项目贡献准则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A28625-29A3-274D-EF98-3DBC15ED0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704" y="1749823"/>
            <a:ext cx="6578005" cy="501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50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67</TotalTime>
  <Words>234</Words>
  <Application>Microsoft Office PowerPoint</Application>
  <PresentationFormat>宽屏</PresentationFormat>
  <Paragraphs>27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离子会议室</vt:lpstr>
      <vt:lpstr>开源项目实践</vt:lpstr>
      <vt:lpstr>项目初心</vt:lpstr>
      <vt:lpstr>项目功能</vt:lpstr>
      <vt:lpstr>功能拆分</vt:lpstr>
      <vt:lpstr>项目贡献准则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 yuelang</dc:creator>
  <cp:lastModifiedBy>qin yuelang</cp:lastModifiedBy>
  <cp:revision>1</cp:revision>
  <dcterms:created xsi:type="dcterms:W3CDTF">2026-07-23T00:49:16Z</dcterms:created>
  <dcterms:modified xsi:type="dcterms:W3CDTF">2026-07-23T01:56:18Z</dcterms:modified>
</cp:coreProperties>
</file>